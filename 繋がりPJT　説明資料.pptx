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cac8b0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cac8b0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53225" y="553225"/>
            <a:ext cx="1899000" cy="121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繋がりPJT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GEC全体の把握</a:t>
            </a:r>
            <a:endParaRPr sz="1200"/>
          </a:p>
        </p:txBody>
      </p:sp>
      <p:sp>
        <p:nvSpPr>
          <p:cNvPr id="55" name="Google Shape;55;p13"/>
          <p:cNvSpPr/>
          <p:nvPr/>
        </p:nvSpPr>
        <p:spPr>
          <a:xfrm>
            <a:off x="2365300" y="605550"/>
            <a:ext cx="1899000" cy="121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全量把握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＆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継続的な状況把握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4672500" y="904650"/>
            <a:ext cx="493500" cy="471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5263125" y="702750"/>
            <a:ext cx="37005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2"/>
                </a:solidFill>
              </a:rPr>
              <a:t>これを実現するために起業に関する界隈を整理して</a:t>
            </a:r>
            <a:r>
              <a:rPr b="1" lang="ja" sz="1700">
                <a:solidFill>
                  <a:srgbClr val="FF0000"/>
                </a:solidFill>
              </a:rPr>
              <a:t>『仮称）GECマップ』</a:t>
            </a:r>
            <a:r>
              <a:rPr lang="ja" sz="1500">
                <a:solidFill>
                  <a:schemeClr val="dk2"/>
                </a:solidFill>
              </a:rPr>
              <a:t>の作成が必要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302275" y="964400"/>
            <a:ext cx="2160600" cy="351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539675" y="1869000"/>
            <a:ext cx="2792400" cy="121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起業家へのインタビュー必要</a:t>
            </a:r>
            <a:endParaRPr b="1"/>
          </a:p>
        </p:txBody>
      </p:sp>
      <p:cxnSp>
        <p:nvCxnSpPr>
          <p:cNvPr id="60" name="Google Shape;60;p13"/>
          <p:cNvCxnSpPr>
            <a:stCxn id="58" idx="2"/>
            <a:endCxn id="59" idx="0"/>
          </p:cNvCxnSpPr>
          <p:nvPr/>
        </p:nvCxnSpPr>
        <p:spPr>
          <a:xfrm flipH="1">
            <a:off x="6935875" y="1315700"/>
            <a:ext cx="446700" cy="553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" name="Google Shape;61;p13"/>
          <p:cNvSpPr/>
          <p:nvPr/>
        </p:nvSpPr>
        <p:spPr>
          <a:xfrm>
            <a:off x="150475" y="3549375"/>
            <a:ext cx="2475600" cy="121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GEC幹事が新しく参加した時に何やっていいかわからない</a:t>
            </a:r>
            <a:endParaRPr b="1"/>
          </a:p>
        </p:txBody>
      </p:sp>
      <p:sp>
        <p:nvSpPr>
          <p:cNvPr id="62" name="Google Shape;62;p13"/>
          <p:cNvSpPr/>
          <p:nvPr/>
        </p:nvSpPr>
        <p:spPr>
          <a:xfrm>
            <a:off x="2626075" y="3661525"/>
            <a:ext cx="2913600" cy="121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幹事参画後に必ず最初にやってもらう内容を決めておく（オンボーディングの型を作成）</a:t>
            </a:r>
            <a:endParaRPr b="1"/>
          </a:p>
        </p:txBody>
      </p:sp>
      <p:sp>
        <p:nvSpPr>
          <p:cNvPr id="63" name="Google Shape;63;p13"/>
          <p:cNvSpPr/>
          <p:nvPr/>
        </p:nvSpPr>
        <p:spPr>
          <a:xfrm>
            <a:off x="6112775" y="3776525"/>
            <a:ext cx="2219400" cy="121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スポットイベントの幹事へジョインしてもらう</a:t>
            </a:r>
            <a:endParaRPr b="1"/>
          </a:p>
        </p:txBody>
      </p:sp>
      <p:cxnSp>
        <p:nvCxnSpPr>
          <p:cNvPr id="64" name="Google Shape;64;p13"/>
          <p:cNvCxnSpPr>
            <a:stCxn id="62" idx="7"/>
            <a:endCxn id="59" idx="3"/>
          </p:cNvCxnSpPr>
          <p:nvPr/>
        </p:nvCxnSpPr>
        <p:spPr>
          <a:xfrm flipH="1" rot="10800000">
            <a:off x="5112988" y="2909085"/>
            <a:ext cx="835500" cy="93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62" idx="6"/>
            <a:endCxn id="63" idx="2"/>
          </p:cNvCxnSpPr>
          <p:nvPr/>
        </p:nvCxnSpPr>
        <p:spPr>
          <a:xfrm>
            <a:off x="5539675" y="4270825"/>
            <a:ext cx="573000" cy="114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/>
          <p:nvPr/>
        </p:nvSpPr>
        <p:spPr>
          <a:xfrm>
            <a:off x="-22425" y="14950"/>
            <a:ext cx="1786800" cy="3813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現状の整理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 rot="10800000">
            <a:off x="5263125" y="2239050"/>
            <a:ext cx="426300" cy="41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3097900" y="1967550"/>
            <a:ext cx="2441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1"/>
                </a:solidFill>
              </a:rPr>
              <a:t>【ゲーム診断の検討仕方】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1"/>
                </a:solidFill>
              </a:rPr>
              <a:t>キャラ分けの定義を作成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1"/>
                </a:solidFill>
              </a:rPr>
              <a:t>→これを導き出すための設問を決定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1"/>
                </a:solidFill>
              </a:rPr>
              <a:t>→各設問に対しての重みづけを決定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000">
                <a:solidFill>
                  <a:schemeClr val="dk1"/>
                </a:solidFill>
              </a:rPr>
              <a:t>→実施して微修正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-22425" y="14950"/>
            <a:ext cx="1786800" cy="3813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lt1"/>
                </a:solidFill>
              </a:rPr>
              <a:t>タスクの整理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2751200" y="1555000"/>
            <a:ext cx="3259500" cy="1241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GPTで整理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/>
              <a:t>（しょーじ）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